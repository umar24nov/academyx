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82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75" d="100"/>
          <a:sy n="75" d="100"/>
        </p:scale>
        <p:origin x="30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276097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97A82-E4B8-3753-5BF1-42F9C6922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869086-6CBF-412B-94BA-43718C525F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181FB3-A7A1-8914-2AC2-8BAE7D0C91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388BE9-0DB5-DA5C-7457-0D641AC249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10636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cademyx_screens/01_Logo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261104" y="1188720"/>
            <a:ext cx="3657600" cy="2286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657600"/>
            <a:ext cx="1219169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AcademyX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0" y="4434840"/>
            <a:ext cx="121916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9A9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Screen Walkthrough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0" y="502920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C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Screens  •  6 Sections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1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377440"/>
            <a:ext cx="2743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232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685800" y="3566160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85800" y="434340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C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1 of 6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C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 Identity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143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A9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AcademyX logo mark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972800" y="41148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9A9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1/19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17824" y="1591056"/>
            <a:ext cx="4956048" cy="4956048"/>
          </a:xfrm>
          <a:prstGeom prst="rect">
            <a:avLst/>
          </a:prstGeom>
          <a:solidFill>
            <a:srgbClr val="1A1A28"/>
          </a:solidFill>
          <a:ln w="12700">
            <a:solidFill>
              <a:srgbClr val="2E2E44"/>
            </a:solidFill>
            <a:prstDash val="solid"/>
          </a:ln>
        </p:spPr>
      </p:sp>
      <p:pic>
        <p:nvPicPr>
          <p:cNvPr id="7" name="Image 0" descr="/home/claude/academyx_screens/01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2688" y="1645920"/>
            <a:ext cx="484632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C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 Site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143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A9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landing page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972800" y="41148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9A9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2/19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141385" y="1591056"/>
            <a:ext cx="1908924" cy="4956048"/>
          </a:xfrm>
          <a:prstGeom prst="rect">
            <a:avLst/>
          </a:prstGeom>
          <a:solidFill>
            <a:srgbClr val="1A1A28"/>
          </a:solidFill>
          <a:ln w="12700">
            <a:solidFill>
              <a:srgbClr val="2E2E44"/>
            </a:solidFill>
            <a:prstDash val="solid"/>
          </a:ln>
        </p:spPr>
      </p:sp>
      <p:pic>
        <p:nvPicPr>
          <p:cNvPr id="7" name="Image 0" descr="/home/claude/academyx_screens/02_Landing_P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6249" y="1645920"/>
            <a:ext cx="1799196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1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377440"/>
            <a:ext cx="2743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232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685800" y="3566160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85800" y="434340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C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2 of 6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C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143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A9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 in to AcademyX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972800" y="41148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9A9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3/19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012034" y="1591056"/>
            <a:ext cx="6167628" cy="4956048"/>
          </a:xfrm>
          <a:prstGeom prst="rect">
            <a:avLst/>
          </a:prstGeom>
          <a:solidFill>
            <a:srgbClr val="1A1A28"/>
          </a:solidFill>
          <a:ln w="12700">
            <a:solidFill>
              <a:srgbClr val="2E2E44"/>
            </a:solidFill>
            <a:prstDash val="solid"/>
          </a:ln>
        </p:spPr>
      </p:sp>
      <p:pic>
        <p:nvPicPr>
          <p:cNvPr id="7" name="Image 0" descr="/home/claude/academyx_screens/03_Login_P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6898" y="1645920"/>
            <a:ext cx="60579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1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377440"/>
            <a:ext cx="2743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232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685800" y="3566160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85800" y="434340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C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3 of 6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C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Dashboard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143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A9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Desktop – Welcome back, Alex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972800" y="41148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9A9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4/19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012034" y="1591056"/>
            <a:ext cx="6167628" cy="4956048"/>
          </a:xfrm>
          <a:prstGeom prst="rect">
            <a:avLst/>
          </a:prstGeom>
          <a:solidFill>
            <a:srgbClr val="1A1A28"/>
          </a:solidFill>
          <a:ln w="12700">
            <a:solidFill>
              <a:srgbClr val="2E2E44"/>
            </a:solidFill>
            <a:prstDash val="solid"/>
          </a:ln>
        </p:spPr>
      </p:sp>
      <p:pic>
        <p:nvPicPr>
          <p:cNvPr id="7" name="Image 0" descr="/home/claude/academyx_screens/04_Student_Dashboard_Desk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6898" y="1645920"/>
            <a:ext cx="60579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1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D47700-91DC-BAEE-717B-C8F709E30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8DD13FD-5B17-A17A-7487-36969E39A8DF}"/>
              </a:ext>
            </a:extLst>
          </p:cNvPr>
          <p:cNvSpPr/>
          <p:nvPr/>
        </p:nvSpPr>
        <p:spPr>
          <a:xfrm>
            <a:off x="457200" y="3657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C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</a:t>
            </a:r>
            <a:endParaRPr lang="en-US" sz="1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84C085B-C558-59BA-9EC0-4DEFCAE17BD4}"/>
              </a:ext>
            </a:extLst>
          </p:cNvPr>
          <p:cNvSpPr/>
          <p:nvPr/>
        </p:nvSpPr>
        <p:spPr>
          <a:xfrm>
            <a:off x="457200" y="6400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Dashboard</a:t>
            </a:r>
            <a:endParaRPr lang="en-US" sz="2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1376579-4733-BD18-A7F9-E745A102E9B9}"/>
              </a:ext>
            </a:extLst>
          </p:cNvPr>
          <p:cNvSpPr/>
          <p:nvPr/>
        </p:nvSpPr>
        <p:spPr>
          <a:xfrm>
            <a:off x="457200" y="1143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A9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Desktop – Welcome back, Alex</a:t>
            </a:r>
            <a:endParaRPr lang="en-US" sz="14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B1228BA-9E2F-7F28-BB6D-2EDAFCD1E9BC}"/>
              </a:ext>
            </a:extLst>
          </p:cNvPr>
          <p:cNvSpPr/>
          <p:nvPr/>
        </p:nvSpPr>
        <p:spPr>
          <a:xfrm>
            <a:off x="10972800" y="41148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9A9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4/19</a:t>
            </a:r>
            <a:endParaRPr lang="en-US" sz="14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EC32665-3AF8-B3C1-33ED-8D4096AE74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0395" y="1591056"/>
            <a:ext cx="8173591" cy="5086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95720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C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Dashboard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143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A9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– Welcome back, Alex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972800" y="41148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9A9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5/19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141385" y="1591056"/>
            <a:ext cx="1908924" cy="4956048"/>
          </a:xfrm>
          <a:prstGeom prst="rect">
            <a:avLst/>
          </a:prstGeom>
          <a:solidFill>
            <a:srgbClr val="1A1A28"/>
          </a:solidFill>
          <a:ln w="12700">
            <a:solidFill>
              <a:srgbClr val="2E2E44"/>
            </a:solidFill>
            <a:prstDash val="solid"/>
          </a:ln>
        </p:spPr>
      </p:sp>
      <p:pic>
        <p:nvPicPr>
          <p:cNvPr id="7" name="Image 0" descr="/home/claude/academyx_screens/05_Student_Dashboard_Mob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6249" y="1645920"/>
            <a:ext cx="1799196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C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Courses Library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143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A9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Continue watching &amp; lecture catalog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972800" y="41148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9A9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6/19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769271" y="1591056"/>
            <a:ext cx="4653153" cy="4956048"/>
          </a:xfrm>
          <a:prstGeom prst="rect">
            <a:avLst/>
          </a:prstGeom>
          <a:solidFill>
            <a:srgbClr val="1A1A28"/>
          </a:solidFill>
          <a:ln w="12700">
            <a:solidFill>
              <a:srgbClr val="2E2E44"/>
            </a:solidFill>
            <a:prstDash val="solid"/>
          </a:ln>
        </p:spPr>
      </p:sp>
      <p:pic>
        <p:nvPicPr>
          <p:cNvPr id="7" name="Image 0" descr="/home/claude/academyx_screens/06_Courses_Libra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4135" y="1645920"/>
            <a:ext cx="4543425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C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Class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143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A9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session with chat &amp; participants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972800" y="41148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9A9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7/19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012034" y="1591056"/>
            <a:ext cx="6167628" cy="4956048"/>
          </a:xfrm>
          <a:prstGeom prst="rect">
            <a:avLst/>
          </a:prstGeom>
          <a:solidFill>
            <a:srgbClr val="1A1A28"/>
          </a:solidFill>
          <a:ln w="12700">
            <a:solidFill>
              <a:srgbClr val="2E2E44"/>
            </a:solidFill>
            <a:prstDash val="solid"/>
          </a:ln>
        </p:spPr>
      </p:sp>
      <p:pic>
        <p:nvPicPr>
          <p:cNvPr id="7" name="Image 0" descr="/home/claude/academyx_screens/07_Live_Class_Ses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6898" y="1645920"/>
            <a:ext cx="60579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C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 / Exam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143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A9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Timed assessment with question navigator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972800" y="41148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9A9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8/19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012034" y="1591056"/>
            <a:ext cx="6167628" cy="4956048"/>
          </a:xfrm>
          <a:prstGeom prst="rect">
            <a:avLst/>
          </a:prstGeom>
          <a:solidFill>
            <a:srgbClr val="1A1A28"/>
          </a:solidFill>
          <a:ln w="12700">
            <a:solidFill>
              <a:srgbClr val="2E2E44"/>
            </a:solidFill>
            <a:prstDash val="solid"/>
          </a:ln>
        </p:spPr>
      </p:sp>
      <p:pic>
        <p:nvPicPr>
          <p:cNvPr id="7" name="Image 0" descr="/home/claude/academyx_screens/08_Quiz_Ex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6898" y="1645920"/>
            <a:ext cx="60579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C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Assignment Submission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143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A9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upload &amp; status tracking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972800" y="41148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9A9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9/19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493641" y="1591056"/>
            <a:ext cx="5204414" cy="4956048"/>
          </a:xfrm>
          <a:prstGeom prst="rect">
            <a:avLst/>
          </a:prstGeom>
          <a:solidFill>
            <a:srgbClr val="1A1A28"/>
          </a:solidFill>
          <a:ln w="12700">
            <a:solidFill>
              <a:srgbClr val="2E2E44"/>
            </a:solidFill>
            <a:prstDash val="solid"/>
          </a:ln>
        </p:spPr>
      </p:sp>
      <p:pic>
        <p:nvPicPr>
          <p:cNvPr id="7" name="Image 0" descr="/home/claude/academyx_screens/09_Assignment_Submis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8505" y="1645920"/>
            <a:ext cx="5094686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C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Messages &amp; Community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143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A9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messaging inbox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972800" y="41148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9A9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10/19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012034" y="1591056"/>
            <a:ext cx="6167628" cy="4956048"/>
          </a:xfrm>
          <a:prstGeom prst="rect">
            <a:avLst/>
          </a:prstGeom>
          <a:solidFill>
            <a:srgbClr val="1A1A28"/>
          </a:solidFill>
          <a:ln w="12700">
            <a:solidFill>
              <a:srgbClr val="2E2E44"/>
            </a:solidFill>
            <a:prstDash val="solid"/>
          </a:ln>
        </p:spPr>
      </p:sp>
      <p:pic>
        <p:nvPicPr>
          <p:cNvPr id="7" name="Image 0" descr="/home/claude/academyx_screens/10_Messages_Commun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6898" y="1645920"/>
            <a:ext cx="60579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1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377440"/>
            <a:ext cx="2743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232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685800" y="3566160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TEACHER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85800" y="434340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C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4 of 6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C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Teacher Dashboard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143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A9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Desktop – Good morning, Prof. Aris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972800" y="41148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9A9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11/19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194393" y="1591056"/>
            <a:ext cx="5802909" cy="4956048"/>
          </a:xfrm>
          <a:prstGeom prst="rect">
            <a:avLst/>
          </a:prstGeom>
          <a:solidFill>
            <a:srgbClr val="1A1A28"/>
          </a:solidFill>
          <a:ln w="12700">
            <a:solidFill>
              <a:srgbClr val="2E2E44"/>
            </a:solidFill>
            <a:prstDash val="solid"/>
          </a:ln>
        </p:spPr>
      </p:sp>
      <p:pic>
        <p:nvPicPr>
          <p:cNvPr id="7" name="Image 0" descr="/home/claude/academyx_screens/11_Teacher_Dashboard_Desk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9257" y="1645920"/>
            <a:ext cx="5693181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C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Teacher Dashboard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143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A9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– Good morning, Prof. Aris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972800" y="41148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9A9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12/19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371586" y="1591056"/>
            <a:ext cx="1448524" cy="4956048"/>
          </a:xfrm>
          <a:prstGeom prst="rect">
            <a:avLst/>
          </a:prstGeom>
          <a:solidFill>
            <a:srgbClr val="1A1A28"/>
          </a:solidFill>
          <a:ln w="12700">
            <a:solidFill>
              <a:srgbClr val="2E2E44"/>
            </a:solidFill>
            <a:prstDash val="solid"/>
          </a:ln>
        </p:spPr>
      </p:sp>
      <p:pic>
        <p:nvPicPr>
          <p:cNvPr id="7" name="Image 0" descr="/home/claude/academyx_screens/12_Teacher_Dashboard_Mob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6450" y="1645920"/>
            <a:ext cx="1338796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0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C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Curriculum Builder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143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A9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 active courses &amp; course health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972800" y="41148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9A9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13/19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012034" y="1591056"/>
            <a:ext cx="6167628" cy="4956048"/>
          </a:xfrm>
          <a:prstGeom prst="rect">
            <a:avLst/>
          </a:prstGeom>
          <a:solidFill>
            <a:srgbClr val="1A1A28"/>
          </a:solidFill>
          <a:ln w="12700">
            <a:solidFill>
              <a:srgbClr val="2E2E44"/>
            </a:solidFill>
            <a:prstDash val="solid"/>
          </a:ln>
        </p:spPr>
      </p:sp>
      <p:pic>
        <p:nvPicPr>
          <p:cNvPr id="7" name="Image 0" descr="/home/claude/academyx_screens/13_Curriculum_Buil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6898" y="1645920"/>
            <a:ext cx="60579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0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1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377440"/>
            <a:ext cx="2743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232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685800" y="3566160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INSTITUTE ADMIN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85800" y="434340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C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5 of 6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0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C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INSTITUTE ADMIN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Institute Analytics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143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A9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institute performance overview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972800" y="41148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9A9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14/19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106999" y="1591056"/>
            <a:ext cx="3977697" cy="4956048"/>
          </a:xfrm>
          <a:prstGeom prst="rect">
            <a:avLst/>
          </a:prstGeom>
          <a:solidFill>
            <a:srgbClr val="1A1A28"/>
          </a:solidFill>
          <a:ln w="12700">
            <a:solidFill>
              <a:srgbClr val="2E2E44"/>
            </a:solidFill>
            <a:prstDash val="solid"/>
          </a:ln>
        </p:spPr>
      </p:sp>
      <p:pic>
        <p:nvPicPr>
          <p:cNvPr id="7" name="Image 0" descr="/home/claude/academyx_screens/14_Institute_Analyti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1863" y="1645920"/>
            <a:ext cx="3867969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0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C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INSTITUTE ADMIN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Batch Detail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143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A9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progress registry &amp; schedule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972800" y="41148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9A9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15/19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012034" y="1591056"/>
            <a:ext cx="6167628" cy="4956048"/>
          </a:xfrm>
          <a:prstGeom prst="rect">
            <a:avLst/>
          </a:prstGeom>
          <a:solidFill>
            <a:srgbClr val="1A1A28"/>
          </a:solidFill>
          <a:ln w="12700">
            <a:solidFill>
              <a:srgbClr val="2E2E44"/>
            </a:solidFill>
            <a:prstDash val="solid"/>
          </a:ln>
        </p:spPr>
      </p:sp>
      <p:pic>
        <p:nvPicPr>
          <p:cNvPr id="7" name="Image 0" descr="/home/claude/academyx_screens/15_Institute_Batch_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6898" y="1645920"/>
            <a:ext cx="60579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0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C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INSTITUTE ADMIN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143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A9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Desktop – revenue, invoices &amp; payouts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972800" y="41148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9A9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16/19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012034" y="1591056"/>
            <a:ext cx="6167628" cy="4956048"/>
          </a:xfrm>
          <a:prstGeom prst="rect">
            <a:avLst/>
          </a:prstGeom>
          <a:solidFill>
            <a:srgbClr val="1A1A28"/>
          </a:solidFill>
          <a:ln w="12700">
            <a:solidFill>
              <a:srgbClr val="2E2E44"/>
            </a:solidFill>
            <a:prstDash val="solid"/>
          </a:ln>
        </p:spPr>
      </p:sp>
      <p:pic>
        <p:nvPicPr>
          <p:cNvPr id="7" name="Image 0" descr="/home/claude/academyx_screens/16_Financials_Desk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6898" y="1645920"/>
            <a:ext cx="60579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0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C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INSTITUTE ADMIN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Institute Overview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143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A9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admin console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972800" y="41148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9A9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17/19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235283" y="1591056"/>
            <a:ext cx="1721129" cy="4956048"/>
          </a:xfrm>
          <a:prstGeom prst="rect">
            <a:avLst/>
          </a:prstGeom>
          <a:solidFill>
            <a:srgbClr val="1A1A28"/>
          </a:solidFill>
          <a:ln w="12700">
            <a:solidFill>
              <a:srgbClr val="2E2E44"/>
            </a:solidFill>
            <a:prstDash val="solid"/>
          </a:ln>
        </p:spPr>
      </p:sp>
      <p:pic>
        <p:nvPicPr>
          <p:cNvPr id="7" name="Image 0" descr="/home/claude/academyx_screens/17_Institute_Overview_Mob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0147" y="1645920"/>
            <a:ext cx="1611401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0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C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INSTITUTE ADMIN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Settings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143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A9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Branding &amp; portal customization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972800" y="41148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9A9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18/19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017292" y="1591056"/>
            <a:ext cx="4157111" cy="4956048"/>
          </a:xfrm>
          <a:prstGeom prst="rect">
            <a:avLst/>
          </a:prstGeom>
          <a:solidFill>
            <a:srgbClr val="1A1A28"/>
          </a:solidFill>
          <a:ln w="12700">
            <a:solidFill>
              <a:srgbClr val="2E2E44"/>
            </a:solidFill>
            <a:prstDash val="solid"/>
          </a:ln>
        </p:spPr>
      </p:sp>
      <p:pic>
        <p:nvPicPr>
          <p:cNvPr id="7" name="Image 0" descr="/home/claude/academyx_screens/18_Settings_Branding_Port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2156" y="1645920"/>
            <a:ext cx="4047383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0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1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377440"/>
            <a:ext cx="2743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232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685800" y="3566160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OWNER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85800" y="434340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C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6 of 6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0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C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OWNER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Owner Dashboard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143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A9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System-wide overview across all institutes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972800" y="41148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9A9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19/19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012034" y="1591056"/>
            <a:ext cx="6167628" cy="4956048"/>
          </a:xfrm>
          <a:prstGeom prst="rect">
            <a:avLst/>
          </a:prstGeom>
          <a:solidFill>
            <a:srgbClr val="1A1A28"/>
          </a:solidFill>
          <a:ln w="12700">
            <a:solidFill>
              <a:srgbClr val="2E2E44"/>
            </a:solidFill>
            <a:prstDash val="solid"/>
          </a:ln>
        </p:spPr>
      </p:sp>
      <p:pic>
        <p:nvPicPr>
          <p:cNvPr id="7" name="Image 0" descr="/home/claude/academyx_screens/19_Platform_Owner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6898" y="1645920"/>
            <a:ext cx="60579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262</Words>
  <Application>Microsoft Office PowerPoint</Application>
  <PresentationFormat>Widescreen</PresentationFormat>
  <Paragraphs>128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2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Mohammad Umar</cp:lastModifiedBy>
  <cp:revision>2</cp:revision>
  <dcterms:created xsi:type="dcterms:W3CDTF">2026-08-02T19:56:29Z</dcterms:created>
  <dcterms:modified xsi:type="dcterms:W3CDTF">2026-08-03T05:02:35Z</dcterms:modified>
</cp:coreProperties>
</file>