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60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7A82-E4B8-3753-5BF1-42F9C692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69086-6CBF-412B-94BA-43718C525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81FB3-A7A1-8914-2AC2-8BAE7D0C9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88BE9-0DB5-DA5C-7457-0D641AC24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06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cademyx_screens/01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61104" y="1188720"/>
            <a:ext cx="36576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Zenrix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44348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Screen Walkthrough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Screens  •  6 Sections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2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of 6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Zenrix logo mark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17824" y="1591056"/>
            <a:ext cx="4956048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01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88" y="164592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Site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landing page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41385" y="1591056"/>
            <a:ext cx="1908924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02_Landing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249" y="1645920"/>
            <a:ext cx="179919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2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of 6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to Zenrix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2034" y="1591056"/>
            <a:ext cx="6167628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03_Login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8" y="1645920"/>
            <a:ext cx="60579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2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of 6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– Welcome back, Alex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2034" y="1591056"/>
            <a:ext cx="6167628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04_Student_Dashboard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8" y="1645920"/>
            <a:ext cx="60579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47700-91DC-BAEE-717B-C8F709E30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DD13FD-5B17-A17A-7487-36969E39A8DF}"/>
              </a:ext>
            </a:extLst>
          </p:cNvPr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4C085B-C558-59BA-9EC0-4DEFCAE17BD4}"/>
              </a:ext>
            </a:extLst>
          </p:cNvPr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Dashboard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376579-4733-BD18-A7F9-E745A102E9B9}"/>
              </a:ext>
            </a:extLst>
          </p:cNvPr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– Welcome back, Alex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1228BA-9E2F-7F28-BB6D-2EDAFCD1E9BC}"/>
              </a:ext>
            </a:extLst>
          </p:cNvPr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4/19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C32665-3AF8-B3C1-33ED-8D4096AE7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395" y="1591056"/>
            <a:ext cx="8173591" cy="508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72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– Welcome back, Alex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41385" y="1591056"/>
            <a:ext cx="1908924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05_Student_Dashboard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249" y="1645920"/>
            <a:ext cx="179919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Library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watching &amp; lecture catalog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69271" y="1591056"/>
            <a:ext cx="4653153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06_Courses_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135" y="1645920"/>
            <a:ext cx="45434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session with chat &amp; participants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2034" y="1591056"/>
            <a:ext cx="6167628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07_Live_Class_S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8" y="1645920"/>
            <a:ext cx="60579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/ Exam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assessment with question navigator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2034" y="1591056"/>
            <a:ext cx="6167628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08_Quiz_Ex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8" y="1645920"/>
            <a:ext cx="60579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Submission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upload &amp; status tracking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93641" y="1591056"/>
            <a:ext cx="5204414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09_Assignment_Submi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505" y="1645920"/>
            <a:ext cx="509468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&amp; Community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messaging inbox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2034" y="1591056"/>
            <a:ext cx="6167628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10_Messages_Commu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8" y="1645920"/>
            <a:ext cx="60579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2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of 6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– Good morning, Prof. Aris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94393" y="1591056"/>
            <a:ext cx="5802909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11_Teacher_Dashboard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257" y="1645920"/>
            <a:ext cx="569318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– Good morning, Prof. Aris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71586" y="1591056"/>
            <a:ext cx="1448524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12_Teacher_Dashboard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450" y="1645920"/>
            <a:ext cx="133879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Builder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active courses &amp; course health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2034" y="1591056"/>
            <a:ext cx="6167628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13_Curriculum_Bui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8" y="1645920"/>
            <a:ext cx="60579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2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ADMIN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of 6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Analytics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institute performance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06999" y="1591056"/>
            <a:ext cx="3977697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14_Institute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863" y="1645920"/>
            <a:ext cx="386796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Detail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progress registry &amp; schedule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2034" y="1591056"/>
            <a:ext cx="6167628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15_Institute_Batch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8" y="1645920"/>
            <a:ext cx="60579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– revenue, invoices &amp; payouts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2034" y="1591056"/>
            <a:ext cx="6167628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16_Financials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8" y="1645920"/>
            <a:ext cx="60579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admin console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35283" y="1591056"/>
            <a:ext cx="1721129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17_Institute_Overview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147" y="1645920"/>
            <a:ext cx="161140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&amp; portal customization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17292" y="1591056"/>
            <a:ext cx="4157111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18_Settings_Branding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156" y="1645920"/>
            <a:ext cx="404738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2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OWNER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of 6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OWNER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Owner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System-wide overview across all institutes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2034" y="1591056"/>
            <a:ext cx="6167628" cy="4956048"/>
          </a:xfrm>
          <a:prstGeom prst="rect">
            <a:avLst/>
          </a:prstGeom>
          <a:solidFill>
            <a:srgbClr val="1A1A28"/>
          </a:solidFill>
          <a:ln w="12700">
            <a:solidFill>
              <a:srgbClr val="2E2E44"/>
            </a:solidFill>
            <a:prstDash val="solid"/>
          </a:ln>
        </p:spPr>
      </p:sp>
      <p:pic>
        <p:nvPicPr>
          <p:cNvPr id="7" name="Image 0" descr="/home/claude/academyx_screens/19_Platform_Own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8" y="1645920"/>
            <a:ext cx="60579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262</Words>
  <Application>Microsoft Office PowerPoint</Application>
  <PresentationFormat>Widescreen</PresentationFormat>
  <Paragraphs>128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Umar</cp:lastModifiedBy>
  <cp:revision>2</cp:revision>
  <dcterms:created xsi:type="dcterms:W3CDTF">2026-08-02T19:56:29Z</dcterms:created>
  <dcterms:modified xsi:type="dcterms:W3CDTF">2026-08-03T05:02:35Z</dcterms:modified>
</cp:coreProperties>
</file>